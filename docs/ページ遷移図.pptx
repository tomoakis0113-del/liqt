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4F931-3AFD-4E8C-9307-AE85D7268855}" v="3" dt="2026-04-22T02:58:57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98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TA24 乙成 隼士" userId="61cf1e87-e946-4c54-a84e-b17cc486914d" providerId="ADAL" clId="{490A5E6A-DE08-485E-98A5-335649A1BFE8}"/>
    <pc:docChg chg="undo redo custSel modSld">
      <pc:chgData name="CTA24 乙成 隼士" userId="61cf1e87-e946-4c54-a84e-b17cc486914d" providerId="ADAL" clId="{490A5E6A-DE08-485E-98A5-335649A1BFE8}" dt="2026-04-22T03:39:27.972" v="404" actId="20577"/>
      <pc:docMkLst>
        <pc:docMk/>
      </pc:docMkLst>
      <pc:sldChg chg="delSp modSp mod">
        <pc:chgData name="CTA24 乙成 隼士" userId="61cf1e87-e946-4c54-a84e-b17cc486914d" providerId="ADAL" clId="{490A5E6A-DE08-485E-98A5-335649A1BFE8}" dt="2026-04-22T03:20:48.148" v="350" actId="20577"/>
        <pc:sldMkLst>
          <pc:docMk/>
          <pc:sldMk cId="3229039554" sldId="256"/>
        </pc:sldMkLst>
        <pc:spChg chg="mod">
          <ac:chgData name="CTA24 乙成 隼士" userId="61cf1e87-e946-4c54-a84e-b17cc486914d" providerId="ADAL" clId="{490A5E6A-DE08-485E-98A5-335649A1BFE8}" dt="2026-04-22T02:59:54.367" v="29" actId="13822"/>
          <ac:spMkLst>
            <pc:docMk/>
            <pc:sldMk cId="3229039554" sldId="256"/>
            <ac:spMk id="13" creationId="{C025D16C-2F83-5B82-1029-796A2AAA5B83}"/>
          </ac:spMkLst>
        </pc:spChg>
        <pc:spChg chg="mod">
          <ac:chgData name="CTA24 乙成 隼士" userId="61cf1e87-e946-4c54-a84e-b17cc486914d" providerId="ADAL" clId="{490A5E6A-DE08-485E-98A5-335649A1BFE8}" dt="2026-04-22T03:20:48.148" v="350" actId="20577"/>
          <ac:spMkLst>
            <pc:docMk/>
            <pc:sldMk cId="3229039554" sldId="256"/>
            <ac:spMk id="17" creationId="{F2E883E1-120F-3802-0FD4-B95F4DDA42F9}"/>
          </ac:spMkLst>
        </pc:spChg>
        <pc:spChg chg="mod">
          <ac:chgData name="CTA24 乙成 隼士" userId="61cf1e87-e946-4c54-a84e-b17cc486914d" providerId="ADAL" clId="{490A5E6A-DE08-485E-98A5-335649A1BFE8}" dt="2026-04-22T02:59:48.872" v="28" actId="13822"/>
          <ac:spMkLst>
            <pc:docMk/>
            <pc:sldMk cId="3229039554" sldId="256"/>
            <ac:spMk id="41" creationId="{C51A865C-657D-2A1B-7B48-55241979DC20}"/>
          </ac:spMkLst>
        </pc:spChg>
        <pc:spChg chg="mod">
          <ac:chgData name="CTA24 乙成 隼士" userId="61cf1e87-e946-4c54-a84e-b17cc486914d" providerId="ADAL" clId="{490A5E6A-DE08-485E-98A5-335649A1BFE8}" dt="2026-04-22T03:00:29.044" v="97" actId="20577"/>
          <ac:spMkLst>
            <pc:docMk/>
            <pc:sldMk cId="3229039554" sldId="256"/>
            <ac:spMk id="42" creationId="{99451217-01BE-7C42-976B-0CABC926E244}"/>
          </ac:spMkLst>
        </pc:spChg>
        <pc:grpChg chg="del mod">
          <ac:chgData name="CTA24 乙成 隼士" userId="61cf1e87-e946-4c54-a84e-b17cc486914d" providerId="ADAL" clId="{490A5E6A-DE08-485E-98A5-335649A1BFE8}" dt="2026-04-22T03:00:25.178" v="95" actId="478"/>
          <ac:grpSpMkLst>
            <pc:docMk/>
            <pc:sldMk cId="3229039554" sldId="256"/>
            <ac:grpSpMk id="12" creationId="{3A05A791-C433-B48B-A3D7-CC58106B1C19}"/>
          </ac:grpSpMkLst>
        </pc:grpChg>
      </pc:sldChg>
      <pc:sldChg chg="addSp delSp modSp mod">
        <pc:chgData name="CTA24 乙成 隼士" userId="61cf1e87-e946-4c54-a84e-b17cc486914d" providerId="ADAL" clId="{490A5E6A-DE08-485E-98A5-335649A1BFE8}" dt="2026-04-22T03:39:27.972" v="404" actId="20577"/>
        <pc:sldMkLst>
          <pc:docMk/>
          <pc:sldMk cId="691347699" sldId="258"/>
        </pc:sldMkLst>
        <pc:spChg chg="mod">
          <ac:chgData name="CTA24 乙成 隼士" userId="61cf1e87-e946-4c54-a84e-b17cc486914d" providerId="ADAL" clId="{490A5E6A-DE08-485E-98A5-335649A1BFE8}" dt="2026-04-22T03:04:15.950" v="261" actId="1076"/>
          <ac:spMkLst>
            <pc:docMk/>
            <pc:sldMk cId="691347699" sldId="258"/>
            <ac:spMk id="3" creationId="{9255EBFF-13EB-88D1-0512-61BC59880670}"/>
          </ac:spMkLst>
        </pc:spChg>
        <pc:spChg chg="mod">
          <ac:chgData name="CTA24 乙成 隼士" userId="61cf1e87-e946-4c54-a84e-b17cc486914d" providerId="ADAL" clId="{490A5E6A-DE08-485E-98A5-335649A1BFE8}" dt="2026-04-22T03:39:27.972" v="404" actId="20577"/>
          <ac:spMkLst>
            <pc:docMk/>
            <pc:sldMk cId="691347699" sldId="258"/>
            <ac:spMk id="4" creationId="{C8702786-8C62-AD2E-0031-258C386AC7CE}"/>
          </ac:spMkLst>
        </pc:spChg>
        <pc:spChg chg="mod">
          <ac:chgData name="CTA24 乙成 隼士" userId="61cf1e87-e946-4c54-a84e-b17cc486914d" providerId="ADAL" clId="{490A5E6A-DE08-485E-98A5-335649A1BFE8}" dt="2026-04-22T03:31:25.895" v="390" actId="20577"/>
          <ac:spMkLst>
            <pc:docMk/>
            <pc:sldMk cId="691347699" sldId="258"/>
            <ac:spMk id="9" creationId="{B7DEE1A4-699E-2B41-99DB-373A0EE3AEEE}"/>
          </ac:spMkLst>
        </pc:spChg>
        <pc:spChg chg="del mod topLvl">
          <ac:chgData name="CTA24 乙成 隼士" userId="61cf1e87-e946-4c54-a84e-b17cc486914d" providerId="ADAL" clId="{490A5E6A-DE08-485E-98A5-335649A1BFE8}" dt="2026-04-22T02:57:30.236" v="10" actId="21"/>
          <ac:spMkLst>
            <pc:docMk/>
            <pc:sldMk cId="691347699" sldId="258"/>
            <ac:spMk id="12" creationId="{34151340-92C4-AEF6-D090-52104F552D32}"/>
          </ac:spMkLst>
        </pc:spChg>
        <pc:spChg chg="mod topLvl">
          <ac:chgData name="CTA24 乙成 隼士" userId="61cf1e87-e946-4c54-a84e-b17cc486914d" providerId="ADAL" clId="{490A5E6A-DE08-485E-98A5-335649A1BFE8}" dt="2026-04-22T03:11:09.374" v="315" actId="14100"/>
          <ac:spMkLst>
            <pc:docMk/>
            <pc:sldMk cId="691347699" sldId="258"/>
            <ac:spMk id="13" creationId="{06873856-9E74-4B1C-29AF-E25B49BDBE9C}"/>
          </ac:spMkLst>
        </pc:spChg>
        <pc:spChg chg="add mod">
          <ac:chgData name="CTA24 乙成 隼士" userId="61cf1e87-e946-4c54-a84e-b17cc486914d" providerId="ADAL" clId="{490A5E6A-DE08-485E-98A5-335649A1BFE8}" dt="2026-04-22T03:11:09.374" v="315" actId="14100"/>
          <ac:spMkLst>
            <pc:docMk/>
            <pc:sldMk cId="691347699" sldId="258"/>
            <ac:spMk id="14" creationId="{34151340-92C4-AEF6-D090-52104F552D32}"/>
          </ac:spMkLst>
        </pc:spChg>
        <pc:spChg chg="mod">
          <ac:chgData name="CTA24 乙成 隼士" userId="61cf1e87-e946-4c54-a84e-b17cc486914d" providerId="ADAL" clId="{490A5E6A-DE08-485E-98A5-335649A1BFE8}" dt="2026-04-22T03:12:04.038" v="324" actId="113"/>
          <ac:spMkLst>
            <pc:docMk/>
            <pc:sldMk cId="691347699" sldId="258"/>
            <ac:spMk id="21" creationId="{456D6FAE-4A9A-C746-587D-A570A82E208F}"/>
          </ac:spMkLst>
        </pc:spChg>
        <pc:spChg chg="mod">
          <ac:chgData name="CTA24 乙成 隼士" userId="61cf1e87-e946-4c54-a84e-b17cc486914d" providerId="ADAL" clId="{490A5E6A-DE08-485E-98A5-335649A1BFE8}" dt="2026-04-22T03:02:46.116" v="161" actId="20577"/>
          <ac:spMkLst>
            <pc:docMk/>
            <pc:sldMk cId="691347699" sldId="258"/>
            <ac:spMk id="27" creationId="{5BF3F1E0-4297-B0F5-CD58-D0627BBB6EE9}"/>
          </ac:spMkLst>
        </pc:spChg>
        <pc:spChg chg="mod">
          <ac:chgData name="CTA24 乙成 隼士" userId="61cf1e87-e946-4c54-a84e-b17cc486914d" providerId="ADAL" clId="{490A5E6A-DE08-485E-98A5-335649A1BFE8}" dt="2026-04-22T03:04:09.726" v="259" actId="20577"/>
          <ac:spMkLst>
            <pc:docMk/>
            <pc:sldMk cId="691347699" sldId="258"/>
            <ac:spMk id="28" creationId="{706F3448-C0E0-CFFF-3C78-EA7735D85D03}"/>
          </ac:spMkLst>
        </pc:spChg>
        <pc:spChg chg="mod">
          <ac:chgData name="CTA24 乙成 隼士" userId="61cf1e87-e946-4c54-a84e-b17cc486914d" providerId="ADAL" clId="{490A5E6A-DE08-485E-98A5-335649A1BFE8}" dt="2026-04-22T03:11:09.374" v="315" actId="14100"/>
          <ac:spMkLst>
            <pc:docMk/>
            <pc:sldMk cId="691347699" sldId="258"/>
            <ac:spMk id="31" creationId="{038929DC-3AEC-6F6E-6EF0-4BADB7727282}"/>
          </ac:spMkLst>
        </pc:spChg>
        <pc:spChg chg="mod">
          <ac:chgData name="CTA24 乙成 隼士" userId="61cf1e87-e946-4c54-a84e-b17cc486914d" providerId="ADAL" clId="{490A5E6A-DE08-485E-98A5-335649A1BFE8}" dt="2026-04-22T03:11:09.374" v="315" actId="14100"/>
          <ac:spMkLst>
            <pc:docMk/>
            <pc:sldMk cId="691347699" sldId="258"/>
            <ac:spMk id="33" creationId="{ADD9447D-7110-3B55-3CF1-97A96D89287A}"/>
          </ac:spMkLst>
        </pc:spChg>
        <pc:grpChg chg="mod">
          <ac:chgData name="CTA24 乙成 隼士" userId="61cf1e87-e946-4c54-a84e-b17cc486914d" providerId="ADAL" clId="{490A5E6A-DE08-485E-98A5-335649A1BFE8}" dt="2026-04-22T03:11:09.374" v="315" actId="14100"/>
          <ac:grpSpMkLst>
            <pc:docMk/>
            <pc:sldMk cId="691347699" sldId="258"/>
            <ac:grpSpMk id="2" creationId="{54AB7C62-DC70-0B0E-B600-E66FBABC78E6}"/>
          </ac:grpSpMkLst>
        </pc:grpChg>
        <pc:grpChg chg="mod">
          <ac:chgData name="CTA24 乙成 隼士" userId="61cf1e87-e946-4c54-a84e-b17cc486914d" providerId="ADAL" clId="{490A5E6A-DE08-485E-98A5-335649A1BFE8}" dt="2026-04-22T03:11:09.374" v="315" actId="14100"/>
          <ac:grpSpMkLst>
            <pc:docMk/>
            <pc:sldMk cId="691347699" sldId="258"/>
            <ac:grpSpMk id="7" creationId="{34A7B0D8-9EC3-B75D-8579-52CA1391D9FB}"/>
          </ac:grpSpMkLst>
        </pc:grpChg>
        <pc:grpChg chg="add del mod">
          <ac:chgData name="CTA24 乙成 隼士" userId="61cf1e87-e946-4c54-a84e-b17cc486914d" providerId="ADAL" clId="{490A5E6A-DE08-485E-98A5-335649A1BFE8}" dt="2026-04-22T02:57:30.236" v="10" actId="21"/>
          <ac:grpSpMkLst>
            <pc:docMk/>
            <pc:sldMk cId="691347699" sldId="258"/>
            <ac:grpSpMk id="11" creationId="{469F925C-F28B-A7BF-1512-2E035B72CC6F}"/>
          </ac:grpSpMkLst>
        </pc:grpChg>
        <pc:grpChg chg="mod">
          <ac:chgData name="CTA24 乙成 隼士" userId="61cf1e87-e946-4c54-a84e-b17cc486914d" providerId="ADAL" clId="{490A5E6A-DE08-485E-98A5-335649A1BFE8}" dt="2026-04-22T03:11:26.999" v="322" actId="1076"/>
          <ac:grpSpMkLst>
            <pc:docMk/>
            <pc:sldMk cId="691347699" sldId="258"/>
            <ac:grpSpMk id="19" creationId="{E4082328-3D29-126F-BD1F-2651D58B527E}"/>
          </ac:grpSpMkLst>
        </pc:grpChg>
        <pc:grpChg chg="mod">
          <ac:chgData name="CTA24 乙成 隼士" userId="61cf1e87-e946-4c54-a84e-b17cc486914d" providerId="ADAL" clId="{490A5E6A-DE08-485E-98A5-335649A1BFE8}" dt="2026-04-22T03:11:09.374" v="315" actId="14100"/>
          <ac:grpSpMkLst>
            <pc:docMk/>
            <pc:sldMk cId="691347699" sldId="258"/>
            <ac:grpSpMk id="26" creationId="{3648C4BB-94A7-011B-541C-EB7DA1A3012E}"/>
          </ac:grpSpMkLst>
        </pc:grpChg>
        <pc:grpChg chg="mod">
          <ac:chgData name="CTA24 乙成 隼士" userId="61cf1e87-e946-4c54-a84e-b17cc486914d" providerId="ADAL" clId="{490A5E6A-DE08-485E-98A5-335649A1BFE8}" dt="2026-04-22T03:11:09.374" v="315" actId="14100"/>
          <ac:grpSpMkLst>
            <pc:docMk/>
            <pc:sldMk cId="691347699" sldId="258"/>
            <ac:grpSpMk id="34" creationId="{296B5D3E-4926-05EB-7398-427F43797AA5}"/>
          </ac:grpSpMkLst>
        </pc:grpChg>
        <pc:grpChg chg="mod">
          <ac:chgData name="CTA24 乙成 隼士" userId="61cf1e87-e946-4c54-a84e-b17cc486914d" providerId="ADAL" clId="{490A5E6A-DE08-485E-98A5-335649A1BFE8}" dt="2026-04-22T03:11:09.374" v="315" actId="14100"/>
          <ac:grpSpMkLst>
            <pc:docMk/>
            <pc:sldMk cId="691347699" sldId="258"/>
            <ac:grpSpMk id="47" creationId="{693A90C2-667D-EF69-7DD5-48FF4A1A47B3}"/>
          </ac:grpSpMkLst>
        </pc:grpChg>
        <pc:cxnChg chg="add mod">
          <ac:chgData name="CTA24 乙成 隼士" userId="61cf1e87-e946-4c54-a84e-b17cc486914d" providerId="ADAL" clId="{490A5E6A-DE08-485E-98A5-335649A1BFE8}" dt="2026-04-22T02:58:49.815" v="22" actId="14100"/>
          <ac:cxnSpMkLst>
            <pc:docMk/>
            <pc:sldMk cId="691347699" sldId="258"/>
            <ac:cxnSpMk id="16" creationId="{B986DC69-D27E-D8A6-30B3-C7C58CAA681B}"/>
          </ac:cxnSpMkLst>
        </pc:cxnChg>
        <pc:cxnChg chg="mod">
          <ac:chgData name="CTA24 乙成 隼士" userId="61cf1e87-e946-4c54-a84e-b17cc486914d" providerId="ADAL" clId="{490A5E6A-DE08-485E-98A5-335649A1BFE8}" dt="2026-04-22T03:11:26.999" v="322" actId="1076"/>
          <ac:cxnSpMkLst>
            <pc:docMk/>
            <pc:sldMk cId="691347699" sldId="258"/>
            <ac:cxnSpMk id="17" creationId="{375BE775-8A21-60C8-36DF-1AD7BF0C3D2E}"/>
          </ac:cxnSpMkLst>
        </pc:cxnChg>
        <pc:cxnChg chg="mod">
          <ac:chgData name="CTA24 乙成 隼士" userId="61cf1e87-e946-4c54-a84e-b17cc486914d" providerId="ADAL" clId="{490A5E6A-DE08-485E-98A5-335649A1BFE8}" dt="2026-04-22T03:11:26.999" v="322" actId="1076"/>
          <ac:cxnSpMkLst>
            <pc:docMk/>
            <pc:sldMk cId="691347699" sldId="258"/>
            <ac:cxnSpMk id="24" creationId="{9FBC942A-B4EB-6371-4A09-AFDBA577F8C2}"/>
          </ac:cxnSpMkLst>
        </pc:cxnChg>
        <pc:cxnChg chg="mod">
          <ac:chgData name="CTA24 乙成 隼士" userId="61cf1e87-e946-4c54-a84e-b17cc486914d" providerId="ADAL" clId="{490A5E6A-DE08-485E-98A5-335649A1BFE8}" dt="2026-04-22T03:09:43.011" v="306" actId="1076"/>
          <ac:cxnSpMkLst>
            <pc:docMk/>
            <pc:sldMk cId="691347699" sldId="258"/>
            <ac:cxnSpMk id="29" creationId="{BA9576D3-ECF3-5120-365F-60057D924088}"/>
          </ac:cxnSpMkLst>
        </pc:cxnChg>
        <pc:cxnChg chg="add del mod">
          <ac:chgData name="CTA24 乙成 隼士" userId="61cf1e87-e946-4c54-a84e-b17cc486914d" providerId="ADAL" clId="{490A5E6A-DE08-485E-98A5-335649A1BFE8}" dt="2026-04-22T03:09:51.283" v="313" actId="11529"/>
          <ac:cxnSpMkLst>
            <pc:docMk/>
            <pc:sldMk cId="691347699" sldId="258"/>
            <ac:cxnSpMk id="37" creationId="{AD0D9AB4-BDFE-6106-94AD-FD58BD7569A5}"/>
          </ac:cxnSpMkLst>
        </pc:cxnChg>
        <pc:cxnChg chg="mod">
          <ac:chgData name="CTA24 乙成 隼士" userId="61cf1e87-e946-4c54-a84e-b17cc486914d" providerId="ADAL" clId="{490A5E6A-DE08-485E-98A5-335649A1BFE8}" dt="2026-04-22T03:11:26.999" v="322" actId="1076"/>
          <ac:cxnSpMkLst>
            <pc:docMk/>
            <pc:sldMk cId="691347699" sldId="258"/>
            <ac:cxnSpMk id="38" creationId="{AB4A310D-8AC5-87E1-1846-BE8FD39E5DC2}"/>
          </ac:cxnSpMkLst>
        </pc:cxnChg>
        <pc:cxnChg chg="add del mod">
          <ac:chgData name="CTA24 乙成 隼士" userId="61cf1e87-e946-4c54-a84e-b17cc486914d" providerId="ADAL" clId="{490A5E6A-DE08-485E-98A5-335649A1BFE8}" dt="2026-04-22T03:12:43.128" v="330" actId="11529"/>
          <ac:cxnSpMkLst>
            <pc:docMk/>
            <pc:sldMk cId="691347699" sldId="258"/>
            <ac:cxnSpMk id="45" creationId="{F72AC0C6-59C7-6AF1-9B4A-BD2831EDAB0A}"/>
          </ac:cxnSpMkLst>
        </pc:cxnChg>
        <pc:cxnChg chg="mod">
          <ac:chgData name="CTA24 乙成 隼士" userId="61cf1e87-e946-4c54-a84e-b17cc486914d" providerId="ADAL" clId="{490A5E6A-DE08-485E-98A5-335649A1BFE8}" dt="2026-04-22T03:13:10.862" v="334" actId="14100"/>
          <ac:cxnSpMkLst>
            <pc:docMk/>
            <pc:sldMk cId="691347699" sldId="258"/>
            <ac:cxnSpMk id="50" creationId="{5E4D36E1-D37F-F50D-5A05-00249363F9D5}"/>
          </ac:cxnSpMkLst>
        </pc:cxnChg>
        <pc:cxnChg chg="add del mod">
          <ac:chgData name="CTA24 乙成 隼士" userId="61cf1e87-e946-4c54-a84e-b17cc486914d" providerId="ADAL" clId="{490A5E6A-DE08-485E-98A5-335649A1BFE8}" dt="2026-04-22T03:13:20.248" v="335" actId="478"/>
          <ac:cxnSpMkLst>
            <pc:docMk/>
            <pc:sldMk cId="691347699" sldId="258"/>
            <ac:cxnSpMk id="53" creationId="{39C54644-2466-06F3-6BF8-66BA81174C67}"/>
          </ac:cxnSpMkLst>
        </pc:cxnChg>
      </pc:sldChg>
      <pc:sldChg chg="addSp modSp mod">
        <pc:chgData name="CTA24 乙成 隼士" userId="61cf1e87-e946-4c54-a84e-b17cc486914d" providerId="ADAL" clId="{490A5E6A-DE08-485E-98A5-335649A1BFE8}" dt="2026-04-22T02:59:25.910" v="27" actId="1076"/>
        <pc:sldMkLst>
          <pc:docMk/>
          <pc:sldMk cId="1585013136" sldId="259"/>
        </pc:sldMkLst>
        <pc:spChg chg="add mod">
          <ac:chgData name="CTA24 乙成 隼士" userId="61cf1e87-e946-4c54-a84e-b17cc486914d" providerId="ADAL" clId="{490A5E6A-DE08-485E-98A5-335649A1BFE8}" dt="2026-04-22T02:59:25.910" v="27" actId="1076"/>
          <ac:spMkLst>
            <pc:docMk/>
            <pc:sldMk cId="1585013136" sldId="259"/>
            <ac:spMk id="9" creationId="{AF5F7FE4-3C26-B0E6-074B-4BFFD3515E47}"/>
          </ac:spMkLst>
        </pc:spChg>
        <pc:cxnChg chg="add mod">
          <ac:chgData name="CTA24 乙成 隼士" userId="61cf1e87-e946-4c54-a84e-b17cc486914d" providerId="ADAL" clId="{490A5E6A-DE08-485E-98A5-335649A1BFE8}" dt="2026-04-22T02:59:25.910" v="27" actId="1076"/>
          <ac:cxnSpMkLst>
            <pc:docMk/>
            <pc:sldMk cId="1585013136" sldId="259"/>
            <ac:cxnSpMk id="12" creationId="{5CF90936-CCF6-41FE-099F-023062FAB034}"/>
          </ac:cxnSpMkLst>
        </pc:cxnChg>
        <pc:cxnChg chg="mod">
          <ac:chgData name="CTA24 乙成 隼士" userId="61cf1e87-e946-4c54-a84e-b17cc486914d" providerId="ADAL" clId="{490A5E6A-DE08-485E-98A5-335649A1BFE8}" dt="2026-04-22T02:55:38.376" v="0" actId="14100"/>
          <ac:cxnSpMkLst>
            <pc:docMk/>
            <pc:sldMk cId="1585013136" sldId="259"/>
            <ac:cxnSpMk id="15" creationId="{C2FE57E4-1BC8-43C5-9BC6-83F15F37CDE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E98DA0-2674-4CAA-A141-6C83465A3524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0FAB7-E224-4468-8F12-B5F6246E22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298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0FAB7-E224-4468-8F12-B5F6246E22E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8741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0FAB7-E224-4468-8F12-B5F6246E22E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059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C2B582-20EE-22B0-58D9-204212945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3017DCB-4081-4AB4-8191-F3213AAB5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B56F04-4552-70A6-8449-C8C40D7E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9286-4115-4432-A6DB-AD860C79ABFA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CA7DB9-69B3-9A98-2258-3E9CD29B3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B16DE7-C357-3AB2-3317-C43D78ABB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6123-EAF8-4227-A226-5E3C8886DA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934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CFCCD3-7488-8C65-3251-1FF285B3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8830A7-618F-A87D-44FB-4E404A49B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8CCBAF-CDEC-FC6E-B666-70ECF7985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9286-4115-4432-A6DB-AD860C79ABFA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7CAEC3-A76C-3385-C6CE-62858193B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9B2239-AEFD-67B9-8443-DBF0CE99C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6123-EAF8-4227-A226-5E3C8886DA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813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F143B6-B868-3591-C6A1-B39121706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A1CBC1A-7187-57E5-CDBC-E47CFB537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119963-0178-213D-F9ED-8A307474C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9286-4115-4432-A6DB-AD860C79ABFA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B9B2D5-0C58-F8CC-6F71-FE0D5134B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DA66F2-2469-C58F-7FC9-E889F705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6123-EAF8-4227-A226-5E3C8886DA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8479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9B7088-534B-FC2B-E937-35814EBB5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5CE393-D751-B092-A8A6-DC215B029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20D48F2-4C73-399D-107A-1E744228B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4026AA-1A08-A8B0-17BF-C24797D40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9286-4115-4432-A6DB-AD860C79ABFA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4F9B15-A903-7DD3-1244-D242722B7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32BF9F-5597-97D8-B226-22EDAFA35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6123-EAF8-4227-A226-5E3C8886DA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761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9B7BD9-7054-482A-39B2-72596A2FE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E266EE-4A13-D111-18E7-AAA4A9A2E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37EF99C-DAAF-8E40-D24D-3F13BA819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86F4D42-1695-30FD-6F90-6BE2CF6D9D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1B89A5A-3616-5DC7-E4C9-C60DBA1184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C989675-2428-0BAE-7312-BC6007732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9286-4115-4432-A6DB-AD860C79ABFA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0393D29-C5B5-CB24-025A-99A5468CF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9584E3F-3BA7-6240-AA61-CE2E2ECB8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6123-EAF8-4227-A226-5E3C8886DA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1052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5E74CB-A91D-6CF7-D710-F64CBF466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7DE73C3-44C5-930B-E7AE-857F819DD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9286-4115-4432-A6DB-AD860C79ABFA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28A45F8-B51A-D6E3-7A28-405CE7DC7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C708877-96C0-3FC5-BE51-9631834EA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6123-EAF8-4227-A226-5E3C8886DA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142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9529CD4-C2D8-9B61-A63C-EFE738E2A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9286-4115-4432-A6DB-AD860C79ABFA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7CDA23A-8A96-37C9-10BB-AE7BB2AAB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4F82554-F619-5B3C-E94B-6B9C35A23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6123-EAF8-4227-A226-5E3C8886DA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8213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EC1209-E9C8-0013-56C3-7F7663533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FC0829-A5C8-617F-C109-F99615B90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A196F5B-B1ED-15EE-6260-D3F46A720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DD6D89-0008-ABCD-7B17-14D91E93A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9286-4115-4432-A6DB-AD860C79ABFA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705F41-C8A6-D89D-DB0D-D703F868A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EE2460-CF32-FBDD-A9F5-90C58FA9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6123-EAF8-4227-A226-5E3C8886DA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688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E22D93-9C4A-7028-6D0F-1B458D219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A6B4071-3208-C7F0-3AA9-4B2D65AD63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706158-A497-8E4D-053D-20B4A074A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9C74DF-1769-0F6F-C078-94D2337D3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9286-4115-4432-A6DB-AD860C79ABFA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BA4E64-30C9-950A-3D55-B149358C8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97092B-61FD-DDB0-7AF5-AA5BAE013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6123-EAF8-4227-A226-5E3C8886DA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0154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4A8A1D-478D-5EC3-F18F-FECFE907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02BC4A0-5102-C214-E5B1-61F9C7E9E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8BA2E0-CB76-2637-2EB8-2E51F54B7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9286-4115-4432-A6DB-AD860C79ABFA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E45366-A838-502D-33D7-84E56686B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D8C104-2D5C-7301-A6EE-F2A6E1AD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6123-EAF8-4227-A226-5E3C8886DA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7080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AE26939-9080-C093-D889-0100E96548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3CD36B-AC60-294F-0005-88E09CA01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440E05-A1EA-D7FC-DDC9-633EF0269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9286-4115-4432-A6DB-AD860C79ABFA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E14ADA-1CB0-BB8C-EA6E-2CC8F612A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3FA392-4752-E5F2-4898-BA905153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6123-EAF8-4227-A226-5E3C8886DA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6140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50A2C8C-18BA-F462-1A54-8265AF996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F95412-7959-5398-7983-497A27B16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355258-1482-B4C1-270D-131D4B985D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6B9286-4115-4432-A6DB-AD860C79ABFA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4E78CB-FC3A-3FF4-49C4-703920F78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E70109-B07A-6B15-252B-0CD81A32E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316123-EAF8-4227-A226-5E3C8886DA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0662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4C1249D4-C273-4692-4444-76F37B633522}"/>
              </a:ext>
            </a:extLst>
          </p:cNvPr>
          <p:cNvGrpSpPr/>
          <p:nvPr/>
        </p:nvGrpSpPr>
        <p:grpSpPr>
          <a:xfrm>
            <a:off x="1547705" y="1267862"/>
            <a:ext cx="2755482" cy="1861139"/>
            <a:chOff x="548639" y="404262"/>
            <a:chExt cx="1886552" cy="2141615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E317330D-C7DF-694A-8F58-683FD15B6F9A}"/>
                </a:ext>
              </a:extLst>
            </p:cNvPr>
            <p:cNvSpPr/>
            <p:nvPr/>
          </p:nvSpPr>
          <p:spPr>
            <a:xfrm>
              <a:off x="548639" y="404262"/>
              <a:ext cx="1886552" cy="63526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サインイン</a:t>
              </a: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E051D81E-6A00-17BB-FFC4-D035ADB7ABF1}"/>
                </a:ext>
              </a:extLst>
            </p:cNvPr>
            <p:cNvSpPr txBox="1"/>
            <p:nvPr/>
          </p:nvSpPr>
          <p:spPr>
            <a:xfrm>
              <a:off x="548639" y="1164657"/>
              <a:ext cx="1886552" cy="1381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メールアドレス</a:t>
              </a:r>
              <a:endParaRPr kumimoji="1"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パスワード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サインイン維持チェック</a:t>
              </a:r>
            </a:p>
          </p:txBody>
        </p:sp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50697364-D069-2675-CAB8-862A20C01F6B}"/>
              </a:ext>
            </a:extLst>
          </p:cNvPr>
          <p:cNvGrpSpPr/>
          <p:nvPr/>
        </p:nvGrpSpPr>
        <p:grpSpPr>
          <a:xfrm>
            <a:off x="1535425" y="4169994"/>
            <a:ext cx="2755482" cy="2415136"/>
            <a:chOff x="548639" y="404262"/>
            <a:chExt cx="1886552" cy="2779100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B7C0E2B-7263-5B34-95B0-C562AFAE7748}"/>
                </a:ext>
              </a:extLst>
            </p:cNvPr>
            <p:cNvSpPr/>
            <p:nvPr/>
          </p:nvSpPr>
          <p:spPr>
            <a:xfrm>
              <a:off x="548639" y="404262"/>
              <a:ext cx="1886552" cy="63526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/>
                <a:t>新規登録</a:t>
              </a:r>
              <a:endParaRPr kumimoji="1" lang="ja-JP" altLang="en-US" dirty="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C901F196-8888-332C-D06B-70642E656B02}"/>
                </a:ext>
              </a:extLst>
            </p:cNvPr>
            <p:cNvSpPr txBox="1"/>
            <p:nvPr/>
          </p:nvSpPr>
          <p:spPr>
            <a:xfrm>
              <a:off x="548639" y="1164657"/>
              <a:ext cx="1886552" cy="2018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ユーザ</a:t>
              </a:r>
              <a:r>
                <a:rPr lang="en-US" altLang="ja-JP" dirty="0"/>
                <a:t>ID</a:t>
              </a:r>
              <a:br>
                <a:rPr lang="en-US" altLang="ja-JP" dirty="0"/>
              </a:br>
              <a:r>
                <a:rPr lang="en-US" altLang="ja-JP" dirty="0"/>
                <a:t>(</a:t>
              </a:r>
              <a:r>
                <a:rPr lang="ja-JP" altLang="en-US" dirty="0"/>
                <a:t>変更不可プライマリ</a:t>
              </a:r>
              <a:r>
                <a:rPr lang="en-US" altLang="ja-JP" dirty="0"/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表示名</a:t>
              </a:r>
              <a:r>
                <a:rPr lang="en-US" altLang="ja-JP" dirty="0"/>
                <a:t>(</a:t>
              </a:r>
              <a:r>
                <a:rPr lang="ja-JP" altLang="en-US" dirty="0"/>
                <a:t>名前</a:t>
              </a:r>
              <a:r>
                <a:rPr lang="en-US" altLang="ja-JP" dirty="0"/>
                <a:t>)</a:t>
              </a:r>
              <a:endParaRPr kumimoji="1"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メールアドレス</a:t>
              </a:r>
              <a:endParaRPr kumimoji="1"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パスワード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パスワード確認</a:t>
              </a:r>
            </a:p>
          </p:txBody>
        </p:sp>
      </p:grp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D5B27CC6-972E-EEAD-975C-05070059B639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2913166" y="3129001"/>
            <a:ext cx="12280" cy="1040993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D66940E-83CB-2DE2-39E0-959916D5235D}"/>
              </a:ext>
            </a:extLst>
          </p:cNvPr>
          <p:cNvSpPr txBox="1"/>
          <p:nvPr/>
        </p:nvSpPr>
        <p:spPr>
          <a:xfrm>
            <a:off x="1405021" y="3254868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アカウントを</a:t>
            </a:r>
            <a:br>
              <a:rPr kumimoji="1" lang="en-US" altLang="ja-JP" dirty="0"/>
            </a:br>
            <a:r>
              <a:rPr kumimoji="1" lang="ja-JP" altLang="en-US" dirty="0"/>
              <a:t>持っていない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19F7BE37-5025-C787-8C44-25547300EBE5}"/>
              </a:ext>
            </a:extLst>
          </p:cNvPr>
          <p:cNvGrpSpPr/>
          <p:nvPr/>
        </p:nvGrpSpPr>
        <p:grpSpPr>
          <a:xfrm>
            <a:off x="5024196" y="4169510"/>
            <a:ext cx="2176287" cy="1861139"/>
            <a:chOff x="548639" y="404262"/>
            <a:chExt cx="1886552" cy="2141615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0C767E48-009C-5E9C-40B8-6492F928846C}"/>
                </a:ext>
              </a:extLst>
            </p:cNvPr>
            <p:cNvSpPr/>
            <p:nvPr/>
          </p:nvSpPr>
          <p:spPr>
            <a:xfrm>
              <a:off x="548639" y="404262"/>
              <a:ext cx="1886552" cy="63526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/>
                <a:t>メール認証</a:t>
              </a:r>
              <a:endParaRPr kumimoji="1" lang="ja-JP" altLang="en-US" dirty="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F2E883E1-120F-3802-0FD4-B95F4DDA42F9}"/>
                </a:ext>
              </a:extLst>
            </p:cNvPr>
            <p:cNvSpPr txBox="1"/>
            <p:nvPr/>
          </p:nvSpPr>
          <p:spPr>
            <a:xfrm>
              <a:off x="548639" y="1164657"/>
              <a:ext cx="1886552" cy="1381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メールアドレス</a:t>
              </a:r>
              <a:endParaRPr kumimoji="1"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トークン</a:t>
              </a:r>
              <a:endParaRPr kumimoji="1"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kumimoji="1" lang="ja-JP" altLang="en-US" dirty="0"/>
            </a:p>
          </p:txBody>
        </p:sp>
      </p:grp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C1DC5C74-1719-4908-E988-F46835E4655A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 flipV="1">
            <a:off x="4290907" y="4445545"/>
            <a:ext cx="733289" cy="48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コネクタ: カギ線 24">
            <a:extLst>
              <a:ext uri="{FF2B5EF4-FFF2-40B4-BE49-F238E27FC236}">
                <a16:creationId xmlns:a16="http://schemas.microsoft.com/office/drawing/2014/main" id="{5D00C665-002A-28E1-9258-CB3B0BEAD3A9}"/>
              </a:ext>
            </a:extLst>
          </p:cNvPr>
          <p:cNvCxnSpPr>
            <a:cxnSpLocks/>
          </p:cNvCxnSpPr>
          <p:nvPr/>
        </p:nvCxnSpPr>
        <p:spPr>
          <a:xfrm rot="16200000" flipV="1">
            <a:off x="3842024" y="2138687"/>
            <a:ext cx="2491987" cy="1569660"/>
          </a:xfrm>
          <a:prstGeom prst="bentConnector3">
            <a:avLst>
              <a:gd name="adj1" fmla="val 99944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E7070BA-30F5-ABCE-F424-F7DF00D2350B}"/>
              </a:ext>
            </a:extLst>
          </p:cNvPr>
          <p:cNvSpPr txBox="1"/>
          <p:nvPr/>
        </p:nvSpPr>
        <p:spPr>
          <a:xfrm>
            <a:off x="6310237" y="322426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トークン</a:t>
            </a:r>
            <a:endParaRPr kumimoji="1" lang="en-US" altLang="ja-JP" dirty="0"/>
          </a:p>
          <a:p>
            <a:r>
              <a:rPr lang="ja-JP" altLang="en-US" dirty="0"/>
              <a:t>不一致</a:t>
            </a:r>
            <a:endParaRPr kumimoji="1" lang="ja-JP" altLang="en-US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3B6F32ED-0657-8E35-4F8D-DAF4EF9C647F}"/>
              </a:ext>
            </a:extLst>
          </p:cNvPr>
          <p:cNvSpPr txBox="1"/>
          <p:nvPr/>
        </p:nvSpPr>
        <p:spPr>
          <a:xfrm>
            <a:off x="5885128" y="232546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トークン</a:t>
            </a:r>
            <a:endParaRPr kumimoji="1" lang="en-US" altLang="ja-JP" dirty="0"/>
          </a:p>
          <a:p>
            <a:r>
              <a:rPr lang="ja-JP" altLang="en-US" dirty="0"/>
              <a:t>一致</a:t>
            </a:r>
            <a:endParaRPr kumimoji="1" lang="ja-JP" altLang="en-US" dirty="0"/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CDBDE594-D93E-C8B0-5DD2-ADE3F2ED5F7B}"/>
              </a:ext>
            </a:extLst>
          </p:cNvPr>
          <p:cNvGrpSpPr/>
          <p:nvPr/>
        </p:nvGrpSpPr>
        <p:grpSpPr>
          <a:xfrm>
            <a:off x="7986184" y="1267862"/>
            <a:ext cx="3934883" cy="3523132"/>
            <a:chOff x="548639" y="404262"/>
            <a:chExt cx="1886552" cy="4054072"/>
          </a:xfrm>
        </p:grpSpPr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C51A865C-657D-2A1B-7B48-55241979DC20}"/>
                </a:ext>
              </a:extLst>
            </p:cNvPr>
            <p:cNvSpPr/>
            <p:nvPr/>
          </p:nvSpPr>
          <p:spPr>
            <a:xfrm>
              <a:off x="548639" y="404262"/>
              <a:ext cx="1886552" cy="63526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ページ</a:t>
              </a: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99451217-01BE-7C42-976B-0CABC926E244}"/>
                </a:ext>
              </a:extLst>
            </p:cNvPr>
            <p:cNvSpPr txBox="1"/>
            <p:nvPr/>
          </p:nvSpPr>
          <p:spPr>
            <a:xfrm>
              <a:off x="548639" y="1164657"/>
              <a:ext cx="1886552" cy="3293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ヘッダ</a:t>
              </a:r>
              <a:r>
                <a:rPr lang="ja-JP" altLang="en-US" dirty="0"/>
                <a:t>ー</a:t>
              </a:r>
              <a:r>
                <a:rPr lang="en-US" altLang="ja-JP" dirty="0"/>
                <a:t>(</a:t>
              </a:r>
              <a:r>
                <a:rPr lang="ja-JP" altLang="en-US" dirty="0"/>
                <a:t>検索</a:t>
              </a:r>
              <a:r>
                <a:rPr lang="en-US" altLang="ja-JP" dirty="0"/>
                <a:t>)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ユーザ</a:t>
              </a:r>
              <a:r>
                <a:rPr lang="en-US" altLang="ja-JP" dirty="0"/>
                <a:t>ID</a:t>
              </a:r>
              <a:r>
                <a:rPr lang="ja-JP" altLang="en-US" dirty="0"/>
                <a:t>検索</a:t>
              </a:r>
              <a:endParaRPr lang="en-US" altLang="ja-JP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ブログの検索</a:t>
              </a:r>
              <a:endParaRPr kumimoji="1" lang="en-US" altLang="ja-JP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endParaRPr kumimoji="1"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フッター</a:t>
              </a:r>
              <a:br>
                <a:rPr kumimoji="1" lang="en-US" altLang="ja-JP" dirty="0"/>
              </a:br>
              <a:r>
                <a:rPr kumimoji="1" lang="en-US" altLang="ja-JP" dirty="0"/>
                <a:t>(</a:t>
              </a:r>
              <a:r>
                <a:rPr kumimoji="1" lang="ja-JP" altLang="en-US" dirty="0"/>
                <a:t>プロフィール、ダッシュボード、ブログ</a:t>
              </a:r>
              <a:r>
                <a:rPr kumimoji="1" lang="en-US" altLang="ja-JP" dirty="0"/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kumimoji="1"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通知</a:t>
              </a:r>
              <a:endParaRPr kumimoji="1"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ページ内容</a:t>
              </a:r>
            </a:p>
          </p:txBody>
        </p:sp>
      </p:grp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32679A4D-A30C-5B8F-8E79-CB98A4A29F1C}"/>
              </a:ext>
            </a:extLst>
          </p:cNvPr>
          <p:cNvCxnSpPr>
            <a:cxnSpLocks/>
            <a:stCxn id="4" idx="3"/>
            <a:endCxn id="41" idx="1"/>
          </p:cNvCxnSpPr>
          <p:nvPr/>
        </p:nvCxnSpPr>
        <p:spPr>
          <a:xfrm>
            <a:off x="4303187" y="1543897"/>
            <a:ext cx="368299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63EEDADE-92EB-8AED-EB7D-0D0A9A386C97}"/>
              </a:ext>
            </a:extLst>
          </p:cNvPr>
          <p:cNvCxnSpPr>
            <a:cxnSpLocks/>
            <a:stCxn id="4" idx="3"/>
            <a:endCxn id="4" idx="0"/>
          </p:cNvCxnSpPr>
          <p:nvPr/>
        </p:nvCxnSpPr>
        <p:spPr>
          <a:xfrm flipH="1" flipV="1">
            <a:off x="2925446" y="1267862"/>
            <a:ext cx="1377741" cy="276035"/>
          </a:xfrm>
          <a:prstGeom prst="bentConnector4">
            <a:avLst>
              <a:gd name="adj1" fmla="val -16592"/>
              <a:gd name="adj2" fmla="val 182816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9E361B1B-6960-39D5-8B9C-404EF6C5867D}"/>
              </a:ext>
            </a:extLst>
          </p:cNvPr>
          <p:cNvSpPr txBox="1"/>
          <p:nvPr/>
        </p:nvSpPr>
        <p:spPr>
          <a:xfrm>
            <a:off x="5423464" y="115912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サインイン成功</a:t>
            </a:r>
            <a:endParaRPr kumimoji="1" lang="ja-JP" altLang="en-US" dirty="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5896C54D-3EDA-0B41-48E5-8434850BCC77}"/>
              </a:ext>
            </a:extLst>
          </p:cNvPr>
          <p:cNvSpPr txBox="1"/>
          <p:nvPr/>
        </p:nvSpPr>
        <p:spPr>
          <a:xfrm>
            <a:off x="3205192" y="65461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サインイン失敗</a:t>
            </a:r>
            <a:endParaRPr kumimoji="1" lang="ja-JP" altLang="en-US" dirty="0"/>
          </a:p>
        </p:txBody>
      </p:sp>
      <p:cxnSp>
        <p:nvCxnSpPr>
          <p:cNvPr id="59" name="コネクタ: カギ線 58">
            <a:extLst>
              <a:ext uri="{FF2B5EF4-FFF2-40B4-BE49-F238E27FC236}">
                <a16:creationId xmlns:a16="http://schemas.microsoft.com/office/drawing/2014/main" id="{4105AD4E-5E3A-8414-BE9E-FFDA8FC80482}"/>
              </a:ext>
            </a:extLst>
          </p:cNvPr>
          <p:cNvCxnSpPr>
            <a:cxnSpLocks/>
            <a:stCxn id="16" idx="3"/>
            <a:endCxn id="16" idx="0"/>
          </p:cNvCxnSpPr>
          <p:nvPr/>
        </p:nvCxnSpPr>
        <p:spPr>
          <a:xfrm flipH="1" flipV="1">
            <a:off x="6112340" y="4169510"/>
            <a:ext cx="1088143" cy="276035"/>
          </a:xfrm>
          <a:prstGeom prst="bentConnector4">
            <a:avLst>
              <a:gd name="adj1" fmla="val -21008"/>
              <a:gd name="adj2" fmla="val 182816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コネクタ: カギ線 1">
            <a:extLst>
              <a:ext uri="{FF2B5EF4-FFF2-40B4-BE49-F238E27FC236}">
                <a16:creationId xmlns:a16="http://schemas.microsoft.com/office/drawing/2014/main" id="{CC7BF061-953A-9EDF-EA95-3D8057A37FFA}"/>
              </a:ext>
            </a:extLst>
          </p:cNvPr>
          <p:cNvCxnSpPr>
            <a:cxnSpLocks/>
          </p:cNvCxnSpPr>
          <p:nvPr/>
        </p:nvCxnSpPr>
        <p:spPr>
          <a:xfrm flipH="1" flipV="1">
            <a:off x="3215044" y="4169269"/>
            <a:ext cx="1088143" cy="276035"/>
          </a:xfrm>
          <a:prstGeom prst="bentConnector4">
            <a:avLst>
              <a:gd name="adj1" fmla="val -21008"/>
              <a:gd name="adj2" fmla="val 182816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2FF0937-1FD4-8A58-9C68-EEAA8A2F010D}"/>
              </a:ext>
            </a:extLst>
          </p:cNvPr>
          <p:cNvSpPr txBox="1"/>
          <p:nvPr/>
        </p:nvSpPr>
        <p:spPr>
          <a:xfrm>
            <a:off x="3362835" y="3017641"/>
            <a:ext cx="18004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メールアドレス</a:t>
            </a:r>
            <a:br>
              <a:rPr lang="en-US" altLang="ja-JP" dirty="0"/>
            </a:br>
            <a:r>
              <a:rPr lang="ja-JP" altLang="en-US" dirty="0"/>
              <a:t>がない</a:t>
            </a:r>
            <a:br>
              <a:rPr lang="en-US" altLang="ja-JP" dirty="0"/>
            </a:br>
            <a:r>
              <a:rPr lang="ja-JP" altLang="en-US" dirty="0"/>
              <a:t>パス不一致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29039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038929DC-3AEC-6F6E-6EF0-4BADB7727282}"/>
              </a:ext>
            </a:extLst>
          </p:cNvPr>
          <p:cNvSpPr/>
          <p:nvPr/>
        </p:nvSpPr>
        <p:spPr>
          <a:xfrm>
            <a:off x="231006" y="481263"/>
            <a:ext cx="10982426" cy="626604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34A7B0D8-9EC3-B75D-8579-52CA1391D9FB}"/>
              </a:ext>
            </a:extLst>
          </p:cNvPr>
          <p:cNvGrpSpPr/>
          <p:nvPr/>
        </p:nvGrpSpPr>
        <p:grpSpPr>
          <a:xfrm>
            <a:off x="425450" y="819130"/>
            <a:ext cx="2749550" cy="1861139"/>
            <a:chOff x="548639" y="404262"/>
            <a:chExt cx="1886552" cy="2141615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6B20A443-7B71-C6DA-3F1D-28A0339B61A1}"/>
                </a:ext>
              </a:extLst>
            </p:cNvPr>
            <p:cNvSpPr/>
            <p:nvPr/>
          </p:nvSpPr>
          <p:spPr>
            <a:xfrm>
              <a:off x="548639" y="404262"/>
              <a:ext cx="1886552" cy="63526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/>
                <a:t>ダッシュボード</a:t>
              </a:r>
              <a:endParaRPr kumimoji="1" lang="ja-JP" altLang="en-US" dirty="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B7DEE1A4-699E-2B41-99DB-373A0EE3AEEE}"/>
                </a:ext>
              </a:extLst>
            </p:cNvPr>
            <p:cNvSpPr txBox="1"/>
            <p:nvPr/>
          </p:nvSpPr>
          <p:spPr>
            <a:xfrm>
              <a:off x="548639" y="1164657"/>
              <a:ext cx="1886552" cy="1381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グループ一覧</a:t>
              </a:r>
              <a:r>
                <a:rPr lang="en-US" altLang="ja-JP" dirty="0"/>
                <a:t>(</a:t>
              </a:r>
              <a:r>
                <a:rPr lang="ja-JP" altLang="en-US" dirty="0"/>
                <a:t>参加済み</a:t>
              </a:r>
              <a:r>
                <a:rPr lang="en-US" altLang="ja-JP" dirty="0"/>
                <a:t>)(</a:t>
              </a:r>
              <a:r>
                <a:rPr lang="ja-JP" altLang="en-US" dirty="0"/>
                <a:t>最新のチャット内容も表示</a:t>
              </a:r>
              <a:r>
                <a:rPr lang="en-US" altLang="ja-JP" dirty="0"/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グループ作成リンク</a:t>
              </a:r>
              <a:endParaRPr kumimoji="1" lang="ja-JP" altLang="en-US" dirty="0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E4082328-3D29-126F-BD1F-2651D58B527E}"/>
              </a:ext>
            </a:extLst>
          </p:cNvPr>
          <p:cNvGrpSpPr/>
          <p:nvPr/>
        </p:nvGrpSpPr>
        <p:grpSpPr>
          <a:xfrm>
            <a:off x="4003194" y="1196536"/>
            <a:ext cx="2622551" cy="3246133"/>
            <a:chOff x="548639" y="404262"/>
            <a:chExt cx="1886552" cy="3735329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B295D192-9D78-3A6A-19EF-40B7E3623604}"/>
                </a:ext>
              </a:extLst>
            </p:cNvPr>
            <p:cNvSpPr/>
            <p:nvPr/>
          </p:nvSpPr>
          <p:spPr>
            <a:xfrm>
              <a:off x="548639" y="404262"/>
              <a:ext cx="1886552" cy="63526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グループチャット</a:t>
              </a: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456D6FAE-4A9A-C746-587D-A570A82E208F}"/>
                </a:ext>
              </a:extLst>
            </p:cNvPr>
            <p:cNvSpPr txBox="1"/>
            <p:nvPr/>
          </p:nvSpPr>
          <p:spPr>
            <a:xfrm>
              <a:off x="548639" y="1164657"/>
              <a:ext cx="1886552" cy="297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メッセージ一覧</a:t>
              </a:r>
              <a:br>
                <a:rPr lang="en-US" altLang="ja-JP" dirty="0"/>
              </a:br>
              <a:r>
                <a:rPr lang="en-US" altLang="ja-JP" dirty="0"/>
                <a:t>(</a:t>
              </a:r>
              <a:r>
                <a:rPr lang="ja-JP" altLang="en-US" dirty="0"/>
                <a:t>アイコン付き</a:t>
              </a:r>
              <a:r>
                <a:rPr lang="en-US" altLang="ja-JP" dirty="0"/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ja-JP" dirty="0"/>
                <a:t>MD</a:t>
              </a:r>
              <a:r>
                <a:rPr lang="ja-JP" altLang="en-US" dirty="0"/>
                <a:t>プレビュー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画像添付グループ編集リンク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b="1" dirty="0"/>
                <a:t>アイコン押したら相手のプロフィールに行く</a:t>
              </a:r>
              <a:endParaRPr lang="en-US" altLang="ja-JP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ブログ一覧</a:t>
              </a:r>
              <a:endParaRPr lang="en-US" altLang="ja-JP" dirty="0"/>
            </a:p>
          </p:txBody>
        </p:sp>
      </p:grp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9FBC942A-B4EB-6371-4A09-AFDBA577F8C2}"/>
              </a:ext>
            </a:extLst>
          </p:cNvPr>
          <p:cNvCxnSpPr>
            <a:cxnSpLocks/>
            <a:stCxn id="8" idx="3"/>
            <a:endCxn id="20" idx="0"/>
          </p:cNvCxnSpPr>
          <p:nvPr/>
        </p:nvCxnSpPr>
        <p:spPr>
          <a:xfrm>
            <a:off x="3175000" y="1095165"/>
            <a:ext cx="2139470" cy="1013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3648C4BB-94A7-011B-541C-EB7DA1A3012E}"/>
              </a:ext>
            </a:extLst>
          </p:cNvPr>
          <p:cNvGrpSpPr/>
          <p:nvPr/>
        </p:nvGrpSpPr>
        <p:grpSpPr>
          <a:xfrm>
            <a:off x="6750047" y="1196536"/>
            <a:ext cx="4403938" cy="2138138"/>
            <a:chOff x="548639" y="404262"/>
            <a:chExt cx="1886552" cy="2460358"/>
          </a:xfrm>
        </p:grpSpPr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5BF3F1E0-4297-B0F5-CD58-D0627BBB6EE9}"/>
                </a:ext>
              </a:extLst>
            </p:cNvPr>
            <p:cNvSpPr/>
            <p:nvPr/>
          </p:nvSpPr>
          <p:spPr>
            <a:xfrm>
              <a:off x="548639" y="404262"/>
              <a:ext cx="1886552" cy="63526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/>
                <a:t>グループ作成</a:t>
              </a:r>
              <a:endParaRPr kumimoji="1" lang="ja-JP" altLang="en-US" dirty="0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706F3448-C0E0-CFFF-3C78-EA7735D85D03}"/>
                </a:ext>
              </a:extLst>
            </p:cNvPr>
            <p:cNvSpPr txBox="1"/>
            <p:nvPr/>
          </p:nvSpPr>
          <p:spPr>
            <a:xfrm>
              <a:off x="548639" y="1164657"/>
              <a:ext cx="1886552" cy="1699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グループ名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アイコン</a:t>
              </a:r>
              <a:endParaRPr kumimoji="1"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公開</a:t>
              </a:r>
              <a:r>
                <a:rPr kumimoji="1" lang="en-US" altLang="ja-JP" dirty="0"/>
                <a:t>/</a:t>
              </a:r>
              <a:r>
                <a:rPr kumimoji="1" lang="ja-JP" altLang="en-US" dirty="0"/>
                <a:t>非公開設定</a:t>
              </a:r>
              <a:endParaRPr kumimoji="1"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招待するユーザ</a:t>
              </a:r>
              <a:r>
                <a:rPr lang="en-US" altLang="ja-JP" dirty="0"/>
                <a:t>ID</a:t>
              </a:r>
              <a:endParaRPr kumimoji="1"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kumimoji="1" lang="ja-JP" altLang="en-US" dirty="0"/>
            </a:p>
          </p:txBody>
        </p:sp>
      </p:grp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BA9576D3-ECF3-5120-365F-60057D924088}"/>
              </a:ext>
            </a:extLst>
          </p:cNvPr>
          <p:cNvCxnSpPr>
            <a:cxnSpLocks/>
            <a:stCxn id="8" idx="3"/>
            <a:endCxn id="27" idx="0"/>
          </p:cNvCxnSpPr>
          <p:nvPr/>
        </p:nvCxnSpPr>
        <p:spPr>
          <a:xfrm>
            <a:off x="3175000" y="1095165"/>
            <a:ext cx="5777016" cy="1013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4AB7C62-DC70-0B0E-B600-E66FBABC78E6}"/>
              </a:ext>
            </a:extLst>
          </p:cNvPr>
          <p:cNvGrpSpPr/>
          <p:nvPr/>
        </p:nvGrpSpPr>
        <p:grpSpPr>
          <a:xfrm>
            <a:off x="7303856" y="3167630"/>
            <a:ext cx="3850129" cy="3523132"/>
            <a:chOff x="548639" y="404262"/>
            <a:chExt cx="1886552" cy="4054072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9255EBFF-13EB-88D1-0512-61BC59880670}"/>
                </a:ext>
              </a:extLst>
            </p:cNvPr>
            <p:cNvSpPr/>
            <p:nvPr/>
          </p:nvSpPr>
          <p:spPr>
            <a:xfrm>
              <a:off x="548639" y="404262"/>
              <a:ext cx="1886552" cy="63526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グループ</a:t>
              </a:r>
              <a:r>
                <a:rPr lang="ja-JP" altLang="en-US" dirty="0"/>
                <a:t>編集</a:t>
              </a:r>
              <a:endParaRPr kumimoji="1" lang="ja-JP" altLang="en-US" dirty="0"/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C8702786-8C62-AD2E-0031-258C386AC7CE}"/>
                </a:ext>
              </a:extLst>
            </p:cNvPr>
            <p:cNvSpPr txBox="1"/>
            <p:nvPr/>
          </p:nvSpPr>
          <p:spPr>
            <a:xfrm>
              <a:off x="548639" y="1164657"/>
              <a:ext cx="1886552" cy="3293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管理者</a:t>
              </a:r>
              <a:endParaRPr lang="en-US" altLang="ja-JP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メンバ管理</a:t>
              </a:r>
              <a:r>
                <a:rPr lang="en-US" altLang="ja-JP" dirty="0"/>
                <a:t>(</a:t>
              </a:r>
              <a:r>
                <a:rPr lang="ja-JP" altLang="en-US" dirty="0"/>
                <a:t>招待</a:t>
              </a:r>
              <a:r>
                <a:rPr lang="en-US" altLang="ja-JP" dirty="0"/>
                <a:t>(ID)</a:t>
              </a:r>
              <a:r>
                <a:rPr lang="ja-JP" altLang="en-US" dirty="0"/>
                <a:t>、削除、権限</a:t>
              </a:r>
              <a:r>
                <a:rPr lang="en-US" altLang="ja-JP" dirty="0"/>
                <a:t>)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公開</a:t>
              </a:r>
              <a:r>
                <a:rPr kumimoji="1" lang="en-US" altLang="ja-JP" dirty="0"/>
                <a:t>/</a:t>
              </a:r>
              <a:r>
                <a:rPr kumimoji="1" lang="ja-JP" altLang="en-US" dirty="0"/>
                <a:t>非公開設定</a:t>
              </a:r>
              <a:endParaRPr kumimoji="1" lang="en-US" altLang="ja-JP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グループ名変更</a:t>
              </a:r>
              <a:endParaRPr lang="en-US" altLang="ja-JP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アイコン変更</a:t>
              </a:r>
              <a:endParaRPr kumimoji="1" lang="en-US" altLang="ja-JP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kumimoji="1" lang="ja-JP" altLang="en-US"/>
                <a:t>グループ</a:t>
              </a:r>
              <a:r>
                <a:rPr kumimoji="1" lang="ja-JP" altLang="en-US" dirty="0"/>
                <a:t>削除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メンバ</a:t>
              </a:r>
              <a:endParaRPr kumimoji="1" lang="en-US" altLang="ja-JP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メンバー一覧</a:t>
              </a:r>
              <a:endParaRPr kumimoji="1" lang="en-US" altLang="ja-JP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退会</a:t>
              </a:r>
              <a:endParaRPr kumimoji="1" lang="en-US" altLang="ja-JP" dirty="0"/>
            </a:p>
          </p:txBody>
        </p:sp>
      </p:grp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375BE775-8A21-60C8-36DF-1AD7BF0C3D2E}"/>
              </a:ext>
            </a:extLst>
          </p:cNvPr>
          <p:cNvCxnSpPr>
            <a:cxnSpLocks/>
            <a:stCxn id="21" idx="3"/>
            <a:endCxn id="3" idx="1"/>
          </p:cNvCxnSpPr>
          <p:nvPr/>
        </p:nvCxnSpPr>
        <p:spPr>
          <a:xfrm>
            <a:off x="6625745" y="3150008"/>
            <a:ext cx="678111" cy="2936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ADD9447D-7110-3B55-3CF1-97A96D89287A}"/>
              </a:ext>
            </a:extLst>
          </p:cNvPr>
          <p:cNvSpPr/>
          <p:nvPr/>
        </p:nvSpPr>
        <p:spPr>
          <a:xfrm>
            <a:off x="7110285" y="158320"/>
            <a:ext cx="3934883" cy="5520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ダッシュボード ページ</a:t>
            </a: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296B5D3E-4926-05EB-7398-427F43797AA5}"/>
              </a:ext>
            </a:extLst>
          </p:cNvPr>
          <p:cNvGrpSpPr/>
          <p:nvPr/>
        </p:nvGrpSpPr>
        <p:grpSpPr>
          <a:xfrm>
            <a:off x="527259" y="3003212"/>
            <a:ext cx="2622551" cy="3246133"/>
            <a:chOff x="548639" y="404262"/>
            <a:chExt cx="1886552" cy="3735329"/>
          </a:xfrm>
        </p:grpSpPr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39BD4D9E-EBC9-21E3-7CE4-CD1D333B38A8}"/>
                </a:ext>
              </a:extLst>
            </p:cNvPr>
            <p:cNvSpPr/>
            <p:nvPr/>
          </p:nvSpPr>
          <p:spPr>
            <a:xfrm>
              <a:off x="548639" y="404262"/>
              <a:ext cx="1886552" cy="63526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/>
                <a:t>プロフィール</a:t>
              </a:r>
              <a:r>
                <a:rPr lang="en-US" altLang="ja-JP" dirty="0"/>
                <a:t>(</a:t>
              </a:r>
              <a:r>
                <a:rPr lang="ja-JP" altLang="en-US" dirty="0"/>
                <a:t>他人</a:t>
              </a:r>
              <a:r>
                <a:rPr lang="en-US" altLang="ja-JP" dirty="0"/>
                <a:t>)</a:t>
              </a:r>
              <a:endParaRPr kumimoji="1" lang="ja-JP" altLang="en-US" dirty="0"/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0BC0F136-5E42-CC34-0D51-A364B01BB2E6}"/>
                </a:ext>
              </a:extLst>
            </p:cNvPr>
            <p:cNvSpPr txBox="1"/>
            <p:nvPr/>
          </p:nvSpPr>
          <p:spPr>
            <a:xfrm>
              <a:off x="548639" y="1164657"/>
              <a:ext cx="1886552" cy="297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アイコン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ユーザ</a:t>
              </a:r>
              <a:r>
                <a:rPr lang="en-US" altLang="ja-JP" dirty="0"/>
                <a:t>ID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名前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自己紹介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タグ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チャットを開始</a:t>
              </a:r>
              <a:br>
                <a:rPr lang="en-US" altLang="ja-JP" dirty="0"/>
              </a:br>
              <a:r>
                <a:rPr lang="en-US" altLang="ja-JP" dirty="0"/>
                <a:t>(</a:t>
              </a:r>
              <a:r>
                <a:rPr lang="ja-JP" altLang="en-US" dirty="0"/>
                <a:t>一対一のプライベートチャット</a:t>
              </a:r>
              <a:r>
                <a:rPr lang="en-US" altLang="ja-JP" dirty="0"/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ブロック</a:t>
              </a:r>
              <a:endParaRPr lang="en-US" altLang="ja-JP" dirty="0"/>
            </a:p>
          </p:txBody>
        </p:sp>
      </p:grp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AB4A310D-8AC5-87E1-1846-BE8FD39E5DC2}"/>
              </a:ext>
            </a:extLst>
          </p:cNvPr>
          <p:cNvCxnSpPr>
            <a:cxnSpLocks/>
            <a:stCxn id="21" idx="1"/>
            <a:endCxn id="35" idx="3"/>
          </p:cNvCxnSpPr>
          <p:nvPr/>
        </p:nvCxnSpPr>
        <p:spPr>
          <a:xfrm rot="10800000" flipV="1">
            <a:off x="3149810" y="3150007"/>
            <a:ext cx="853384" cy="1292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693A90C2-667D-EF69-7DD5-48FF4A1A47B3}"/>
              </a:ext>
            </a:extLst>
          </p:cNvPr>
          <p:cNvGrpSpPr/>
          <p:nvPr/>
        </p:nvGrpSpPr>
        <p:grpSpPr>
          <a:xfrm>
            <a:off x="3645654" y="4792597"/>
            <a:ext cx="3335318" cy="1584140"/>
            <a:chOff x="548639" y="404262"/>
            <a:chExt cx="1886552" cy="1822872"/>
          </a:xfrm>
        </p:grpSpPr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FB9DA7F6-20EE-3508-25E8-898D3D9B7F8C}"/>
                </a:ext>
              </a:extLst>
            </p:cNvPr>
            <p:cNvSpPr/>
            <p:nvPr/>
          </p:nvSpPr>
          <p:spPr>
            <a:xfrm>
              <a:off x="548639" y="404262"/>
              <a:ext cx="1886552" cy="6352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/>
                <a:t>オープンチャット一覧</a:t>
              </a:r>
              <a:endParaRPr kumimoji="1" lang="ja-JP" altLang="en-US" dirty="0"/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FF9796EE-35C4-069D-256F-94A4CB9B0C58}"/>
                </a:ext>
              </a:extLst>
            </p:cNvPr>
            <p:cNvSpPr txBox="1"/>
            <p:nvPr/>
          </p:nvSpPr>
          <p:spPr>
            <a:xfrm>
              <a:off x="548639" y="1164657"/>
              <a:ext cx="1886552" cy="1062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チャット一覧</a:t>
              </a:r>
              <a:r>
                <a:rPr kumimoji="1" lang="en-US" altLang="ja-JP" dirty="0"/>
                <a:t>(</a:t>
              </a:r>
              <a:r>
                <a:rPr kumimoji="1" lang="ja-JP" altLang="en-US" dirty="0"/>
                <a:t>参加ボタン</a:t>
              </a:r>
              <a:r>
                <a:rPr kumimoji="1" lang="en-US" altLang="ja-JP" dirty="0"/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検索</a:t>
              </a:r>
              <a:endParaRPr kumimoji="1" lang="ja-JP" altLang="en-US" dirty="0"/>
            </a:p>
          </p:txBody>
        </p:sp>
      </p:grpSp>
      <p:cxnSp>
        <p:nvCxnSpPr>
          <p:cNvPr id="50" name="コネクタ: カギ線 49">
            <a:extLst>
              <a:ext uri="{FF2B5EF4-FFF2-40B4-BE49-F238E27FC236}">
                <a16:creationId xmlns:a16="http://schemas.microsoft.com/office/drawing/2014/main" id="{5E4D36E1-D37F-F50D-5A05-00249363F9D5}"/>
              </a:ext>
            </a:extLst>
          </p:cNvPr>
          <p:cNvCxnSpPr>
            <a:cxnSpLocks/>
            <a:stCxn id="48" idx="1"/>
            <a:endCxn id="20" idx="1"/>
          </p:cNvCxnSpPr>
          <p:nvPr/>
        </p:nvCxnSpPr>
        <p:spPr>
          <a:xfrm rot="10800000" flipH="1">
            <a:off x="3645654" y="1472571"/>
            <a:ext cx="357540" cy="3596060"/>
          </a:xfrm>
          <a:prstGeom prst="bentConnector3">
            <a:avLst>
              <a:gd name="adj1" fmla="val -4778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6873856-9E74-4B1C-29AF-E25B49BDBE9C}"/>
              </a:ext>
            </a:extLst>
          </p:cNvPr>
          <p:cNvSpPr txBox="1"/>
          <p:nvPr/>
        </p:nvSpPr>
        <p:spPr>
          <a:xfrm>
            <a:off x="3706941" y="1002532"/>
            <a:ext cx="2749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ja-JP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4151340-92C4-AEF6-D090-52104F552D32}"/>
              </a:ext>
            </a:extLst>
          </p:cNvPr>
          <p:cNvSpPr/>
          <p:nvPr/>
        </p:nvSpPr>
        <p:spPr>
          <a:xfrm>
            <a:off x="425450" y="6303111"/>
            <a:ext cx="2622550" cy="5520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検索</a:t>
            </a:r>
            <a:r>
              <a:rPr lang="en-US" altLang="ja-JP" dirty="0"/>
              <a:t>(</a:t>
            </a:r>
            <a:r>
              <a:rPr lang="ja-JP" altLang="en-US" dirty="0"/>
              <a:t>ヘッダ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B986DC69-D27E-D8A6-30B3-C7C58CAA681B}"/>
              </a:ext>
            </a:extLst>
          </p:cNvPr>
          <p:cNvCxnSpPr>
            <a:cxnSpLocks/>
            <a:stCxn id="14" idx="3"/>
            <a:endCxn id="35" idx="3"/>
          </p:cNvCxnSpPr>
          <p:nvPr/>
        </p:nvCxnSpPr>
        <p:spPr>
          <a:xfrm flipV="1">
            <a:off x="3048000" y="3279247"/>
            <a:ext cx="101810" cy="3299898"/>
          </a:xfrm>
          <a:prstGeom prst="bentConnector3">
            <a:avLst>
              <a:gd name="adj1" fmla="val 27962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347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FB93BBA6-132A-87A0-D7B6-DE06FA2EA451}"/>
              </a:ext>
            </a:extLst>
          </p:cNvPr>
          <p:cNvGrpSpPr/>
          <p:nvPr/>
        </p:nvGrpSpPr>
        <p:grpSpPr>
          <a:xfrm>
            <a:off x="2084916" y="954597"/>
            <a:ext cx="2749550" cy="2692135"/>
            <a:chOff x="548639" y="404262"/>
            <a:chExt cx="1886552" cy="3097843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3851DAA9-997A-226A-805E-2698577657E4}"/>
                </a:ext>
              </a:extLst>
            </p:cNvPr>
            <p:cNvSpPr/>
            <p:nvPr/>
          </p:nvSpPr>
          <p:spPr>
            <a:xfrm>
              <a:off x="548639" y="404262"/>
              <a:ext cx="1886552" cy="63526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/>
                <a:t>ブログ一覧</a:t>
              </a:r>
              <a:endParaRPr kumimoji="1" lang="ja-JP" altLang="en-US" dirty="0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1657A764-C1A0-EFCC-07AE-D74A25B1C518}"/>
                </a:ext>
              </a:extLst>
            </p:cNvPr>
            <p:cNvSpPr txBox="1"/>
            <p:nvPr/>
          </p:nvSpPr>
          <p:spPr>
            <a:xfrm>
              <a:off x="548639" y="1164657"/>
              <a:ext cx="1886552" cy="2337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公開記事一覧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非公開記事一覧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タグ検索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記事フィルタ</a:t>
              </a:r>
              <a:r>
                <a:rPr lang="en-US" altLang="ja-JP" dirty="0"/>
                <a:t>(</a:t>
              </a:r>
              <a:r>
                <a:rPr lang="ja-JP" altLang="en-US" dirty="0"/>
                <a:t>チーム、タグ</a:t>
              </a:r>
              <a:r>
                <a:rPr lang="en-US" altLang="ja-JP" dirty="0"/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自分が投稿した記事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kumimoji="1" lang="ja-JP" altLang="en-US" dirty="0"/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301AEE3-AB75-09BB-0BA2-09D70E49BC8A}"/>
              </a:ext>
            </a:extLst>
          </p:cNvPr>
          <p:cNvGrpSpPr/>
          <p:nvPr/>
        </p:nvGrpSpPr>
        <p:grpSpPr>
          <a:xfrm>
            <a:off x="6157383" y="954597"/>
            <a:ext cx="2749550" cy="2692135"/>
            <a:chOff x="548639" y="404262"/>
            <a:chExt cx="1886552" cy="3097843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32848ACE-3E39-4331-FDCB-2383CDEDB495}"/>
                </a:ext>
              </a:extLst>
            </p:cNvPr>
            <p:cNvSpPr/>
            <p:nvPr/>
          </p:nvSpPr>
          <p:spPr>
            <a:xfrm>
              <a:off x="548639" y="404262"/>
              <a:ext cx="1886552" cy="63526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/>
                <a:t>ブログ詳細</a:t>
              </a:r>
              <a:endParaRPr kumimoji="1" lang="ja-JP" altLang="en-US" dirty="0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A03A3F23-591C-164C-F974-9BD8AAC09CD8}"/>
                </a:ext>
              </a:extLst>
            </p:cNvPr>
            <p:cNvSpPr txBox="1"/>
            <p:nvPr/>
          </p:nvSpPr>
          <p:spPr>
            <a:xfrm>
              <a:off x="548639" y="1164657"/>
              <a:ext cx="1886552" cy="2337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タイトル</a:t>
              </a:r>
              <a:endParaRPr kumimoji="1"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タグ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本文</a:t>
              </a:r>
              <a:endParaRPr kumimoji="1"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投稿者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いいね</a:t>
              </a:r>
              <a:endParaRPr kumimoji="1"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コメント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関連記事</a:t>
              </a:r>
            </a:p>
          </p:txBody>
        </p:sp>
      </p:grp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3F0DCE85-18BA-CD40-EA11-45F2E7D33951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4834466" y="1230632"/>
            <a:ext cx="1322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コネクタ: カギ線 14">
            <a:extLst>
              <a:ext uri="{FF2B5EF4-FFF2-40B4-BE49-F238E27FC236}">
                <a16:creationId xmlns:a16="http://schemas.microsoft.com/office/drawing/2014/main" id="{C2FE57E4-1BC8-43C5-9BC6-83F15F37CDED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>
            <a:off x="4834467" y="1353312"/>
            <a:ext cx="1322917" cy="127775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B17C5A19-AABD-37E0-4D32-B46D89ED2D70}"/>
              </a:ext>
            </a:extLst>
          </p:cNvPr>
          <p:cNvGrpSpPr/>
          <p:nvPr/>
        </p:nvGrpSpPr>
        <p:grpSpPr>
          <a:xfrm>
            <a:off x="2084916" y="3903136"/>
            <a:ext cx="2749550" cy="2415136"/>
            <a:chOff x="548639" y="404262"/>
            <a:chExt cx="1886552" cy="277910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5E18C9E9-9B2E-2D2B-688E-BEC88C490327}"/>
                </a:ext>
              </a:extLst>
            </p:cNvPr>
            <p:cNvSpPr/>
            <p:nvPr/>
          </p:nvSpPr>
          <p:spPr>
            <a:xfrm>
              <a:off x="548639" y="404262"/>
              <a:ext cx="1886552" cy="63526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/>
                <a:t>ブログ作成</a:t>
              </a:r>
              <a:endParaRPr lang="en-US" altLang="ja-JP" dirty="0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0B9E82B9-E46C-5DB8-CDC7-BAA80B39F171}"/>
                </a:ext>
              </a:extLst>
            </p:cNvPr>
            <p:cNvSpPr txBox="1"/>
            <p:nvPr/>
          </p:nvSpPr>
          <p:spPr>
            <a:xfrm>
              <a:off x="548639" y="1164657"/>
              <a:ext cx="1886552" cy="2018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タイトル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タグ設定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本文</a:t>
              </a:r>
              <a:endParaRPr kumimoji="1"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公開設定</a:t>
              </a:r>
              <a:r>
                <a:rPr lang="en-US" altLang="ja-JP" dirty="0"/>
                <a:t>(</a:t>
              </a:r>
              <a:r>
                <a:rPr kumimoji="1" lang="ja-JP" altLang="en-US" dirty="0"/>
                <a:t>公開</a:t>
              </a:r>
              <a:r>
                <a:rPr kumimoji="1" lang="en-US" altLang="ja-JP" dirty="0"/>
                <a:t>/</a:t>
              </a:r>
              <a:r>
                <a:rPr kumimoji="1" lang="ja-JP" altLang="en-US" dirty="0"/>
                <a:t>非公開</a:t>
              </a:r>
              <a:r>
                <a:rPr kumimoji="1" lang="en-US" altLang="ja-JP" dirty="0"/>
                <a:t>/</a:t>
              </a:r>
              <a:r>
                <a:rPr kumimoji="1" lang="ja-JP" altLang="en-US" dirty="0"/>
                <a:t>チーム設定</a:t>
              </a:r>
              <a:r>
                <a:rPr kumimoji="1" lang="en-US" altLang="ja-JP" dirty="0"/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画像アップロード</a:t>
              </a:r>
              <a:endParaRPr kumimoji="1" lang="ja-JP" altLang="en-US" dirty="0"/>
            </a:p>
          </p:txBody>
        </p:sp>
      </p:grp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419A0202-B6F8-8AA2-C045-40E927B0CEEC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>
            <a:off x="3459691" y="3646732"/>
            <a:ext cx="0" cy="256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F8E12E7D-8506-1E43-4ADB-6DE83BEE723B}"/>
              </a:ext>
            </a:extLst>
          </p:cNvPr>
          <p:cNvGrpSpPr/>
          <p:nvPr/>
        </p:nvGrpSpPr>
        <p:grpSpPr>
          <a:xfrm>
            <a:off x="6157383" y="3903136"/>
            <a:ext cx="2749550" cy="2415136"/>
            <a:chOff x="548639" y="404262"/>
            <a:chExt cx="1886552" cy="2779100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C90E4B7C-2C21-49AB-1C50-1ECFAEF3DF57}"/>
                </a:ext>
              </a:extLst>
            </p:cNvPr>
            <p:cNvSpPr/>
            <p:nvPr/>
          </p:nvSpPr>
          <p:spPr>
            <a:xfrm>
              <a:off x="548639" y="404262"/>
              <a:ext cx="1886552" cy="63526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/>
                <a:t>ブログ編集</a:t>
              </a:r>
              <a:endParaRPr lang="en-US" altLang="ja-JP" dirty="0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9D106C68-870F-7DFF-9821-79FD44CE4E11}"/>
                </a:ext>
              </a:extLst>
            </p:cNvPr>
            <p:cNvSpPr txBox="1"/>
            <p:nvPr/>
          </p:nvSpPr>
          <p:spPr>
            <a:xfrm>
              <a:off x="548639" y="1164657"/>
              <a:ext cx="1886552" cy="2018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タイトル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タグ設定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dirty="0"/>
                <a:t>本文</a:t>
              </a:r>
              <a:endParaRPr kumimoji="1"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公開設定</a:t>
              </a:r>
              <a:r>
                <a:rPr lang="en-US" altLang="ja-JP" dirty="0"/>
                <a:t>(</a:t>
              </a:r>
              <a:r>
                <a:rPr kumimoji="1" lang="ja-JP" altLang="en-US" dirty="0"/>
                <a:t>公開</a:t>
              </a:r>
              <a:r>
                <a:rPr kumimoji="1" lang="en-US" altLang="ja-JP" dirty="0"/>
                <a:t>/</a:t>
              </a:r>
              <a:r>
                <a:rPr kumimoji="1" lang="ja-JP" altLang="en-US" dirty="0"/>
                <a:t>非公開</a:t>
              </a:r>
              <a:r>
                <a:rPr kumimoji="1" lang="en-US" altLang="ja-JP" dirty="0"/>
                <a:t>/</a:t>
              </a:r>
              <a:r>
                <a:rPr kumimoji="1" lang="ja-JP" altLang="en-US" dirty="0"/>
                <a:t>チーム設定</a:t>
              </a:r>
              <a:r>
                <a:rPr kumimoji="1" lang="en-US" altLang="ja-JP" dirty="0"/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画像アップロード</a:t>
              </a:r>
              <a:endParaRPr kumimoji="1" lang="ja-JP" altLang="en-US" dirty="0"/>
            </a:p>
          </p:txBody>
        </p:sp>
      </p:grp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AC05EFAA-0474-0210-AEC9-76015002A5C6}"/>
              </a:ext>
            </a:extLst>
          </p:cNvPr>
          <p:cNvCxnSpPr>
            <a:cxnSpLocks/>
            <a:stCxn id="5" idx="2"/>
            <a:endCxn id="24" idx="0"/>
          </p:cNvCxnSpPr>
          <p:nvPr/>
        </p:nvCxnSpPr>
        <p:spPr>
          <a:xfrm rot="16200000" flipH="1">
            <a:off x="5367722" y="1738700"/>
            <a:ext cx="256404" cy="40724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423F593-F320-AA77-3C4A-3B7EFCCA935A}"/>
              </a:ext>
            </a:extLst>
          </p:cNvPr>
          <p:cNvSpPr/>
          <p:nvPr/>
        </p:nvSpPr>
        <p:spPr>
          <a:xfrm>
            <a:off x="231006" y="481263"/>
            <a:ext cx="10982426" cy="626604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3348AEC-12D7-B016-D3A6-46C2FCF56643}"/>
              </a:ext>
            </a:extLst>
          </p:cNvPr>
          <p:cNvSpPr/>
          <p:nvPr/>
        </p:nvSpPr>
        <p:spPr>
          <a:xfrm>
            <a:off x="7110285" y="158320"/>
            <a:ext cx="3934883" cy="5520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ブログ ページ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F5F7FE4-3C26-B0E6-074B-4BFFD3515E47}"/>
              </a:ext>
            </a:extLst>
          </p:cNvPr>
          <p:cNvSpPr/>
          <p:nvPr/>
        </p:nvSpPr>
        <p:spPr>
          <a:xfrm>
            <a:off x="9569450" y="1407943"/>
            <a:ext cx="2622550" cy="5520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検索</a:t>
            </a:r>
            <a:r>
              <a:rPr lang="en-US" altLang="ja-JP" dirty="0"/>
              <a:t>(</a:t>
            </a:r>
            <a:r>
              <a:rPr lang="ja-JP" altLang="en-US" dirty="0"/>
              <a:t>ヘッダ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5CF90936-CCF6-41FE-099F-023062FAB034}"/>
              </a:ext>
            </a:extLst>
          </p:cNvPr>
          <p:cNvCxnSpPr>
            <a:cxnSpLocks/>
            <a:stCxn id="9" idx="0"/>
            <a:endCxn id="7" idx="3"/>
          </p:cNvCxnSpPr>
          <p:nvPr/>
        </p:nvCxnSpPr>
        <p:spPr>
          <a:xfrm rot="16200000" flipV="1">
            <a:off x="9805174" y="332392"/>
            <a:ext cx="177311" cy="197379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013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94043008-1DFD-3263-DC58-7CA7453FF724}"/>
              </a:ext>
            </a:extLst>
          </p:cNvPr>
          <p:cNvGrpSpPr/>
          <p:nvPr/>
        </p:nvGrpSpPr>
        <p:grpSpPr>
          <a:xfrm>
            <a:off x="893019" y="760526"/>
            <a:ext cx="2622551" cy="2138138"/>
            <a:chOff x="548639" y="404262"/>
            <a:chExt cx="1886552" cy="2460358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CD5384C2-28FB-6141-DA51-3884231FF846}"/>
                </a:ext>
              </a:extLst>
            </p:cNvPr>
            <p:cNvSpPr/>
            <p:nvPr/>
          </p:nvSpPr>
          <p:spPr>
            <a:xfrm>
              <a:off x="548639" y="404262"/>
              <a:ext cx="1886552" cy="63526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/>
                <a:t>プロフィール</a:t>
              </a:r>
              <a:r>
                <a:rPr lang="en-US" altLang="ja-JP" dirty="0"/>
                <a:t>(</a:t>
              </a:r>
              <a:r>
                <a:rPr lang="ja-JP" altLang="en-US" dirty="0"/>
                <a:t>自分</a:t>
              </a:r>
              <a:r>
                <a:rPr lang="en-US" altLang="ja-JP" dirty="0"/>
                <a:t>)</a:t>
              </a:r>
              <a:endParaRPr kumimoji="1" lang="ja-JP" altLang="en-US" dirty="0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40A625CE-6A28-D1E8-F57B-723725391780}"/>
                </a:ext>
              </a:extLst>
            </p:cNvPr>
            <p:cNvSpPr txBox="1"/>
            <p:nvPr/>
          </p:nvSpPr>
          <p:spPr>
            <a:xfrm>
              <a:off x="548639" y="1164657"/>
              <a:ext cx="1886552" cy="1699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アイコン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ユーザ</a:t>
              </a:r>
              <a:r>
                <a:rPr lang="en-US" altLang="ja-JP" dirty="0"/>
                <a:t>ID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名前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自己紹介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/>
                <a:t>タグ</a:t>
              </a:r>
              <a:endParaRPr lang="en-US" altLang="ja-JP" dirty="0"/>
            </a:p>
          </p:txBody>
        </p:sp>
      </p:grp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2D7EE01-C6F9-8CD6-5F7A-C66B4E08C1DE}"/>
              </a:ext>
            </a:extLst>
          </p:cNvPr>
          <p:cNvSpPr/>
          <p:nvPr/>
        </p:nvSpPr>
        <p:spPr>
          <a:xfrm>
            <a:off x="231006" y="481263"/>
            <a:ext cx="10982426" cy="626604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565B622-AA58-8CCF-6581-541D4FF77E15}"/>
              </a:ext>
            </a:extLst>
          </p:cNvPr>
          <p:cNvSpPr/>
          <p:nvPr/>
        </p:nvSpPr>
        <p:spPr>
          <a:xfrm>
            <a:off x="7110285" y="158320"/>
            <a:ext cx="3934883" cy="5520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プロフィール </a:t>
            </a:r>
            <a:r>
              <a:rPr kumimoji="1" lang="ja-JP" altLang="en-US" dirty="0"/>
              <a:t>ページ</a:t>
            </a:r>
          </a:p>
        </p:txBody>
      </p:sp>
    </p:spTree>
    <p:extLst>
      <p:ext uri="{BB962C8B-B14F-4D97-AF65-F5344CB8AC3E}">
        <p14:creationId xmlns:p14="http://schemas.microsoft.com/office/powerpoint/2010/main" val="672285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黄緑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</TotalTime>
  <Words>278</Words>
  <Application>Microsoft Office PowerPoint</Application>
  <PresentationFormat>ワイド画面</PresentationFormat>
  <Paragraphs>104</Paragraphs>
  <Slides>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CTA24 乙成 隼士</dc:creator>
  <cp:lastModifiedBy>CTA24 乙成 隼士</cp:lastModifiedBy>
  <cp:revision>30</cp:revision>
  <dcterms:created xsi:type="dcterms:W3CDTF">2026-04-21T00:44:32Z</dcterms:created>
  <dcterms:modified xsi:type="dcterms:W3CDTF">2026-04-22T03:39:35Z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f504514-6e13-49d7-8203-001e97ae7662_Enabled">
    <vt:lpwstr>true</vt:lpwstr>
  </property>
  <property fmtid="{D5CDD505-2E9C-101B-9397-08002B2CF9AE}" pid="3" name="MSIP_Label_9f504514-6e13-49d7-8203-001e97ae7662_SetDate">
    <vt:lpwstr>2026-04-21T01:16:30Z</vt:lpwstr>
  </property>
  <property fmtid="{D5CDD505-2E9C-101B-9397-08002B2CF9AE}" pid="4" name="MSIP_Label_9f504514-6e13-49d7-8203-001e97ae7662_Method">
    <vt:lpwstr>Standard</vt:lpwstr>
  </property>
  <property fmtid="{D5CDD505-2E9C-101B-9397-08002B2CF9AE}" pid="5" name="MSIP_Label_9f504514-6e13-49d7-8203-001e97ae7662_Name">
    <vt:lpwstr>defa4170-0d19-0005-0004-bc88714345d2</vt:lpwstr>
  </property>
  <property fmtid="{D5CDD505-2E9C-101B-9397-08002B2CF9AE}" pid="6" name="MSIP_Label_9f504514-6e13-49d7-8203-001e97ae7662_SiteId">
    <vt:lpwstr>1a0fe579-7f10-4395-ac1e-6c52a1509b88</vt:lpwstr>
  </property>
  <property fmtid="{D5CDD505-2E9C-101B-9397-08002B2CF9AE}" pid="7" name="MSIP_Label_9f504514-6e13-49d7-8203-001e97ae7662_ActionId">
    <vt:lpwstr>56f68fd9-37a1-44f5-a249-635fd6c4b014</vt:lpwstr>
  </property>
  <property fmtid="{D5CDD505-2E9C-101B-9397-08002B2CF9AE}" pid="8" name="MSIP_Label_9f504514-6e13-49d7-8203-001e97ae7662_ContentBits">
    <vt:lpwstr>0</vt:lpwstr>
  </property>
  <property fmtid="{D5CDD505-2E9C-101B-9397-08002B2CF9AE}" pid="9" name="MSIP_Label_9f504514-6e13-49d7-8203-001e97ae7662_Tag">
    <vt:lpwstr>10, 3, 0, 1</vt:lpwstr>
  </property>
</Properties>
</file>